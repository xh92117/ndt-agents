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inspection summary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Bridge / ultrasonic</a:t>
            </a:r>
          </a:p>
          <a:p>
            <a:r>
              <a:t>Observation A-01: 12.5 mm</a:t>
            </a:r>
          </a:p>
          <a:p>
            <a:r>
              <a:t>Synthetic, review required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NDT PPTX 5</dc:title>
  <dc:subject/>
  <dc:creator/>
  <cp:keywords/>
  <dc:description>generated using python-pptx</dc:description>
  <cp:lastModifiedBy>Steve Canny</cp:lastModifiedBy>
  <cp:revision>1</cp:revision>
  <dcterms:created xsi:type="dcterms:W3CDTF">2026-08-21T12:00:00Z</dcterms:created>
  <dcterms:modified xsi:type="dcterms:W3CDTF">2026-08-21T12:00:00Z</dcterms:modified>
  <cp:category/>
</cp:coreProperties>
</file>